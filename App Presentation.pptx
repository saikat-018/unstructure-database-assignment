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641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142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9880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1950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6973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0857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287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2765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450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9601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803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790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44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3680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1000" dirty="0" err="1">
                <a:solidFill>
                  <a:srgbClr val="E8FF47"/>
                </a:solidFill>
                <a:latin typeface="Arial Black" pitchFamily="34" charset="0"/>
              </a:rPr>
              <a:t>PicVerse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Mini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 ·  Flask (Python)  ·  HTML / CSS / JS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Idea 5  |  Group 9 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457200"/>
            <a:ext cx="2286000" cy="11887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6217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Collections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· posts · comments · likes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2286000" cy="11887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Aggregations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liked · active users · engagement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3200400"/>
            <a:ext cx="2286000" cy="11887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364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· read · update · delete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65960" cy="3200400"/>
          </a:xfrm>
          <a:prstGeom prst="rect">
            <a:avLst/>
          </a:prstGeom>
          <a:solidFill>
            <a:srgbClr val="1F3D2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25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🍃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Community Edition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store, 4 collections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65960" cy="3200400"/>
          </a:xfrm>
          <a:prstGeom prst="rect">
            <a:avLst/>
          </a:prstGeom>
          <a:solidFill>
            <a:srgbClr val="1F2E3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325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PyMongo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6060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via Blueprints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65960" cy="3200400"/>
          </a:xfrm>
          <a:prstGeom prst="rect">
            <a:avLst/>
          </a:prstGeom>
          <a:solidFill>
            <a:srgbClr val="3D2E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25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6060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page, no frameworks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097280"/>
            <a:ext cx="1965960" cy="3200400"/>
          </a:xfrm>
          <a:prstGeom prst="rect">
            <a:avLst/>
          </a:prstGeom>
          <a:solidFill>
            <a:srgbClr val="2E1F3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325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1228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6060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+ hash, never plaintext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services run locally — no cloud required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645920" cy="256032"/>
          </a:xfrm>
          <a:prstGeom prst="rect">
            <a:avLst/>
          </a:prstGeom>
          <a:solidFill>
            <a:srgbClr val="E8FF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0D0D"/>
                </a:solidFill>
              </a:rPr>
              <a:t>REFERENCED DESIGN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11680" cy="3474720"/>
          </a:xfrm>
          <a:prstGeom prst="rect">
            <a:avLst/>
          </a:prstGeom>
          <a:solidFill>
            <a:srgbClr val="1A2E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2011680" cy="384048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2311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(unique)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7066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(unique)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(hashed)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280160"/>
            <a:ext cx="201168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280160"/>
            <a:ext cx="2011680" cy="384048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87752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7752" y="22311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→ users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87752" y="27066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87752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image_url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87752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1280160"/>
            <a:ext cx="2011680" cy="3474720"/>
          </a:xfrm>
          <a:prstGeom prst="rect">
            <a:avLst/>
          </a:prstGeom>
          <a:solidFill>
            <a:srgbClr val="2E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280160"/>
            <a:ext cx="2011680" cy="384048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024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64024" y="22311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post_id → posts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64024" y="27066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→ users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64024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64024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1280160"/>
            <a:ext cx="2011680" cy="3474720"/>
          </a:xfrm>
          <a:prstGeom prst="rect">
            <a:avLst/>
          </a:prstGeom>
          <a:solidFill>
            <a:srgbClr val="2E2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03136" y="1280160"/>
            <a:ext cx="2011680" cy="384048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0296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0296" y="22311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post_id → posts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0296" y="27066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→ users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0296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</a:t>
            </a: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References used throughout — prevents embedding unbounded arrays (comments/likes)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645920" cy="256032"/>
          </a:xfrm>
          <a:prstGeom prst="rect">
            <a:avLst/>
          </a:prstGeom>
          <a:solidFill>
            <a:srgbClr val="E8FF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0D0D"/>
                </a:solidFill>
              </a:rPr>
              <a:t>5 INDEXES TOTAL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21792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164592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0D"/>
                </a:solidFill>
              </a:rPr>
              <a:t>UNIQUE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4652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duplicate usernames, fast login lookup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93392"/>
            <a:ext cx="54864" cy="621792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084832"/>
            <a:ext cx="164592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0D"/>
                </a:solidFill>
              </a:rPr>
              <a:t>UNIQUE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duplicate emails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8412480" cy="621792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06624"/>
            <a:ext cx="54864" cy="621792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798064"/>
            <a:ext cx="1645920" cy="292608"/>
          </a:xfrm>
          <a:prstGeom prst="rect">
            <a:avLst/>
          </a:prstGeom>
          <a:solidFill>
            <a:srgbClr val="E8FF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0D"/>
                </a:solidFill>
              </a:rPr>
              <a:t>ASCENDING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by spec — fast user feed queries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419856"/>
            <a:ext cx="841248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19856"/>
            <a:ext cx="54864" cy="621792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29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529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post_id + user_id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511296"/>
            <a:ext cx="1645920" cy="292608"/>
          </a:xfrm>
          <a:prstGeom prst="rect">
            <a:avLst/>
          </a:prstGeom>
          <a:solidFill>
            <a:srgbClr val="E8FF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0D"/>
                </a:solidFill>
              </a:rPr>
              <a:t>ASCENDING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comment fetch per post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133088"/>
            <a:ext cx="8412480" cy="621792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33088"/>
            <a:ext cx="54864" cy="621792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42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post_id + user_id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4224528"/>
            <a:ext cx="164592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0D"/>
                </a:solidFill>
              </a:rPr>
              <a:t>COMPOUND UNIQUE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4242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duplicate likes from same user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CRUD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645920" cy="256032"/>
          </a:xfrm>
          <a:prstGeom prst="rect">
            <a:avLst/>
          </a:prstGeom>
          <a:solidFill>
            <a:srgbClr val="E8FF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0D0D"/>
                </a:solidFill>
              </a:rPr>
              <a:t>4 ROUTE FILES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11680" cy="35661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2011680" cy="347472"/>
          </a:xfrm>
          <a:prstGeom prst="rect">
            <a:avLst/>
          </a:prstGeom>
          <a:solidFill>
            <a:srgbClr val="25252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  →  Register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/api/users/login  →  Authenticate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  →  List all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/api/users/&lt;id&gt;  →  Update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8039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/api/users/&lt;id&gt;  →  Remove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280160"/>
            <a:ext cx="2011680" cy="35661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280160"/>
            <a:ext cx="2011680" cy="347472"/>
          </a:xfrm>
          <a:prstGeom prst="rect">
            <a:avLst/>
          </a:prstGeom>
          <a:solidFill>
            <a:srgbClr val="25252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17556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  →  Create post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42032" y="22677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  →  Feed (sorted)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/api/posts/&lt;id&gt;  →  Single post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42032" y="3291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/api/posts/&lt;id&gt;  →  Edit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42032" y="38039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/api/posts/&lt;id&gt;  →  Remove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26864" y="1280160"/>
            <a:ext cx="2011680" cy="35661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280160"/>
            <a:ext cx="2011680" cy="347472"/>
          </a:xfrm>
          <a:prstGeom prst="rect">
            <a:avLst/>
          </a:prstGeom>
          <a:solidFill>
            <a:srgbClr val="25252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17556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/api/comments/  →  Add comment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18304" y="22677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/api/comments/post/&lt;id&gt;  →  By post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/api/comments/&lt;id&gt;  →  Remove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03136" y="1280160"/>
            <a:ext cx="2011680" cy="35661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1280160"/>
            <a:ext cx="2011680" cy="347472"/>
          </a:xfrm>
          <a:prstGeom prst="rect">
            <a:avLst/>
          </a:prstGeom>
          <a:solidFill>
            <a:srgbClr val="25252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F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94576" y="17556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/api/likes/  →  Like post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94576" y="22677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/api/likes/  →  Unlike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94576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/api/likes/count/&lt;id&gt;  →  Count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Aggregation Pipelines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645920" cy="256032"/>
          </a:xfrm>
          <a:prstGeom prst="rect">
            <a:avLst/>
          </a:prstGeom>
          <a:solidFill>
            <a:srgbClr val="E8FF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0D0D"/>
                </a:solidFill>
              </a:rPr>
              <a:t>routes/analytics.py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3566160"/>
          </a:xfrm>
          <a:prstGeom prst="rect">
            <a:avLst/>
          </a:prstGeom>
          <a:solidFill>
            <a:srgbClr val="2E1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Most Liked Posts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/api/analytics/most-liked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176272"/>
            <a:ext cx="2377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286000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$group + $sum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06624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127248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$limit (top 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547872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$lookup (join posts)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68496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968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$unwind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389120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1280160"/>
            <a:ext cx="2743200" cy="3566160"/>
          </a:xfrm>
          <a:prstGeom prst="rect">
            <a:avLst/>
          </a:prstGeom>
          <a:solidFill>
            <a:srgbClr val="0A1A2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Most Active Users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64992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/api/analytics/active-users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64992" y="2176272"/>
            <a:ext cx="2377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64992" y="2286000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$group + $sum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2706624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64992" y="3127248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$limit (top 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64992" y="3547872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$lookup (join users)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64992" y="3968496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968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$unwind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64992" y="4389120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81344" y="1280160"/>
            <a:ext cx="2743200" cy="3566160"/>
          </a:xfrm>
          <a:prstGeom prst="rect">
            <a:avLst/>
          </a:prstGeom>
          <a:solidFill>
            <a:srgbClr val="1A2E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Engagement per Post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18504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/api/analytics/engagement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18504" y="2176272"/>
            <a:ext cx="2377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18504" y="2286000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$group on likes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18504" y="2706624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$group on comments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18504" y="3127248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 Python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18504" y="3547872"/>
            <a:ext cx="54864" cy="237744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of post_ids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UI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645920" cy="256032"/>
          </a:xfrm>
          <a:prstGeom prst="rect">
            <a:avLst/>
          </a:prstGeom>
          <a:solidFill>
            <a:srgbClr val="E8FF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0D0D"/>
                </a:solidFill>
              </a:rPr>
              <a:t>SINGLE PAGE APP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15544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54864" cy="155448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Register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between sign in and register. Auto-login after account creation.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25880"/>
            <a:ext cx="2743200" cy="15544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325880"/>
            <a:ext cx="54864" cy="155448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87368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cards grid. Click any card to open full post modal.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1325880"/>
            <a:ext cx="2743200" cy="15544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325880"/>
            <a:ext cx="54864" cy="155448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31736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Modal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Like/unlike toggle. Live comment section. Image display.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2743200" cy="15544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108960"/>
            <a:ext cx="54864" cy="155448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input. URL or local file upload toggle for image.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3108960"/>
            <a:ext cx="2743200" cy="15544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108960"/>
            <a:ext cx="54864" cy="155448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087368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47288" y="3794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users. View all registered accounts.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08776" y="3108960"/>
            <a:ext cx="2743200" cy="15544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3108960"/>
            <a:ext cx="54864" cy="155448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31736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91656" y="3794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liked posts, active users, engagement per post.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Authentication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645920" cy="256032"/>
          </a:xfrm>
          <a:prstGeom prst="rect">
            <a:avLst/>
          </a:prstGeom>
          <a:solidFill>
            <a:srgbClr val="E8FF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0D0D"/>
                </a:solidFill>
              </a:rPr>
              <a:t>bcrypt + localStorage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325880" cy="3108960"/>
          </a:xfrm>
          <a:prstGeom prst="rect">
            <a:avLst/>
          </a:prstGeom>
          <a:solidFill>
            <a:srgbClr val="1A2E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1325880" cy="50292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37744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submits username,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password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560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F47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55648" y="1325880"/>
            <a:ext cx="1325880" cy="3108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1325880"/>
            <a:ext cx="1325880" cy="50292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55648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237744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hashes password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auto-generated salt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81528" y="2560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F47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91256" y="1325880"/>
            <a:ext cx="1325880" cy="3108960"/>
          </a:xfrm>
          <a:prstGeom prst="rect">
            <a:avLst/>
          </a:prstGeom>
          <a:solidFill>
            <a:srgbClr val="2E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1325880"/>
            <a:ext cx="1325880" cy="50292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91256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64408" y="237744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doc saved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users collection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17136" y="2560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F47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26864" y="1325880"/>
            <a:ext cx="1325880" cy="3108960"/>
          </a:xfrm>
          <a:prstGeom prst="rect">
            <a:avLst/>
          </a:prstGeom>
          <a:solidFill>
            <a:srgbClr val="2E2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325880"/>
            <a:ext cx="1325880" cy="50292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26864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0016" y="237744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bcrypt.checkpw() verifies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on sign 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52744" y="2560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F47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62472" y="1325880"/>
            <a:ext cx="1325880" cy="3108960"/>
          </a:xfrm>
          <a:prstGeom prst="rect">
            <a:avLst/>
          </a:prstGeom>
          <a:solidFill>
            <a:srgbClr val="1A2E2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62472" y="1325880"/>
            <a:ext cx="1325880" cy="50292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62472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35624" y="237744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+ username stored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localStorage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88352" y="2560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F47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98080" y="1325880"/>
            <a:ext cx="1325880" cy="3108960"/>
          </a:xfrm>
          <a:prstGeom prst="rect">
            <a:avLst/>
          </a:prstGeom>
          <a:solidFill>
            <a:srgbClr val="2E1A2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1325880"/>
            <a:ext cx="1325880" cy="50292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9808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Auto-use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71232" y="237744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API calls read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automatically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is NEVER stored in plaintext. Session ID auto-fills all post/like/comment actions.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1F7C7-AAD5-203B-B92A-44F70B960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800347"/>
            <a:ext cx="8072846" cy="40848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F339AB-38AA-BD69-492E-12D2445E81AA}"/>
              </a:ext>
            </a:extLst>
          </p:cNvPr>
          <p:cNvSpPr txBox="1"/>
          <p:nvPr/>
        </p:nvSpPr>
        <p:spPr>
          <a:xfrm>
            <a:off x="2704289" y="324255"/>
            <a:ext cx="370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LIVE APP VIEW</a:t>
            </a:r>
          </a:p>
        </p:txBody>
      </p:sp>
    </p:spTree>
    <p:extLst>
      <p:ext uri="{BB962C8B-B14F-4D97-AF65-F5344CB8AC3E}">
        <p14:creationId xmlns:p14="http://schemas.microsoft.com/office/powerpoint/2010/main" val="4155308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13F4E7-1F85-2B1A-84C5-44F28A7998E8}"/>
              </a:ext>
            </a:extLst>
          </p:cNvPr>
          <p:cNvSpPr txBox="1"/>
          <p:nvPr/>
        </p:nvSpPr>
        <p:spPr>
          <a:xfrm>
            <a:off x="3186503" y="1802309"/>
            <a:ext cx="3638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FF00"/>
                </a:solidFill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8BC60-DB65-6299-0872-220977CAE6D9}"/>
              </a:ext>
            </a:extLst>
          </p:cNvPr>
          <p:cNvSpPr txBox="1"/>
          <p:nvPr/>
        </p:nvSpPr>
        <p:spPr>
          <a:xfrm>
            <a:off x="6983580" y="3844510"/>
            <a:ext cx="24347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FFFF00"/>
                </a:solidFill>
              </a:rPr>
              <a:t>By</a:t>
            </a:r>
          </a:p>
          <a:p>
            <a:r>
              <a:rPr lang="en-IN" sz="1200" dirty="0">
                <a:solidFill>
                  <a:srgbClr val="FFFF00"/>
                </a:solidFill>
              </a:rPr>
              <a:t>Indranil Roy(CSF 007)</a:t>
            </a:r>
          </a:p>
          <a:p>
            <a:r>
              <a:rPr lang="en-IN" sz="1200" dirty="0">
                <a:solidFill>
                  <a:srgbClr val="FFFF00"/>
                </a:solidFill>
              </a:rPr>
              <a:t>Rajdeep Sarkar(CSF 008)</a:t>
            </a:r>
          </a:p>
          <a:p>
            <a:r>
              <a:rPr lang="en-IN" sz="1200" dirty="0">
                <a:solidFill>
                  <a:srgbClr val="FFFF00"/>
                </a:solidFill>
              </a:rPr>
              <a:t>Saikat Pal(CSF 009)</a:t>
            </a:r>
          </a:p>
          <a:p>
            <a:r>
              <a:rPr lang="en-IN" sz="1200" dirty="0">
                <a:solidFill>
                  <a:srgbClr val="FFFF00"/>
                </a:solidFill>
              </a:rPr>
              <a:t>Somnath Bera(CSF 010)</a:t>
            </a:r>
          </a:p>
        </p:txBody>
      </p:sp>
    </p:spTree>
    <p:extLst>
      <p:ext uri="{BB962C8B-B14F-4D97-AF65-F5344CB8AC3E}">
        <p14:creationId xmlns:p14="http://schemas.microsoft.com/office/powerpoint/2010/main" val="2269928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731</Words>
  <Application>Microsoft Office PowerPoint</Application>
  <PresentationFormat>On-screen Show (16:9)</PresentationFormat>
  <Paragraphs>189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 — Social Media Mini Platform</dc:title>
  <dc:subject>PptxGenJS Presentation</dc:subject>
  <dc:creator>PptxGenJS</dc:creator>
  <cp:lastModifiedBy>Rajdeep Sarkar</cp:lastModifiedBy>
  <cp:revision>4</cp:revision>
  <dcterms:created xsi:type="dcterms:W3CDTF">2026-04-07T06:40:53Z</dcterms:created>
  <dcterms:modified xsi:type="dcterms:W3CDTF">2026-04-09T04:11:51Z</dcterms:modified>
</cp:coreProperties>
</file>